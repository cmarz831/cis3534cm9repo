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46F9-39FA-CB2E-5AAC-97D405281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0C646-DECC-26BD-C22E-A3C83B371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31AB8-9785-BD47-9474-3D237CBF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61FEE-E416-2D78-9CA7-2FA876AA8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014C-BA2B-3BAB-4A26-6B399B5E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4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871E-B533-1E9D-7AFF-E05E1036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AE728-BE5F-D5AF-3518-6CDC751A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4F84E-A758-179C-EA4C-86BE0AC4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75469-565F-1D4F-E58B-5EEC1E7A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44A8A-D2BE-A55A-3535-418E7D1F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7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5EDB-13BE-B735-A70D-ED6278D8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D368E-D88F-EFFC-0B1F-DDB2BFE49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5B25B-2B42-7A67-6D12-81A842B2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1B087-EED0-EEB4-5680-972A3C82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0E447-D08A-B74A-86C0-412ED902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3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5ED8-A4D6-FEA7-EB8B-257A313F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451D-A965-BC5A-D82F-2BF2648E1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50406-7BDB-E93A-4A95-8C9320785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C9748-A56F-7AAC-4D33-1189C15A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495FD-431C-A713-7D4C-7A8C77D6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76EC-44DC-0B1A-E479-AE363F1B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6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22EF-396F-DAB7-DB94-9C0BC021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3C86B-C770-870F-C25B-526C03E60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54AC9-A3DA-2DEA-8236-7DA04C115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7532D-521C-A6DC-B8DB-04353A355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6F162D-5CB7-04F9-8DDE-58E86F473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3FAE1-2DD0-CA04-0967-6270110E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04A7A-D27D-63AD-D088-D7DA1C82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71E176-00F2-9F56-C214-C68A5341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1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5450-FF6F-07BA-53EA-1687C9D2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15E4-B3AD-543C-DAA1-879DA8F4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FB8E7-3246-347E-D8CF-9A215831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6EA05-AE21-2400-3CAF-11C0C882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1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94B4D-C012-A611-EE2D-5E63CACE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600A3-F8C2-B52E-03F0-B09DB23E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A8AC8-7854-9522-9483-E9A87ECA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8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861B6-3313-1E61-7923-8781EEB68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71AE5-E22B-C8E8-3AEC-23FBA1AFB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6147D-A939-1043-9B1F-C7BEF8067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C05BE-297F-2C7D-8C0E-A07BE339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FB56E-5A46-F77B-4F9C-5E3ED53F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57536-6191-F3D0-8FDB-07DAE2B4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2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27F0-11D4-7912-D87E-AD79149C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34DFC-506F-AE03-4B9B-543E83C1D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CD404-59B2-7961-41E7-5E5B6286B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4E2E7-628C-E303-7FC0-8E705CAB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4D7D9-4DE2-9F51-BF3E-4F27EADB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03847-4F75-28AD-6EB5-FAE08452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95DF-3AED-2B64-D2AC-A3077E60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BE7D6-857E-9D54-5C8E-B6F9F38D0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21D00-9A1B-D840-E976-25C9DFC7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8990F-90B8-3891-26CF-00A9DC7D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A839-1C01-6E9C-08C4-8D0B6A55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75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5CB7F-FCF2-584D-3D13-539D3ED76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D6209-85CB-C143-DF62-7152E7169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F2C77-CC63-2813-BAE4-0F809C3C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5FC2-C06E-1286-8BAD-4D7EDD5B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DAE22-51BC-B439-9338-FFD13BDE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2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A01629-1857-0D85-2AF9-1EA4F90C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3253C-41A0-50A9-1240-195AA58C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79A1-EE3B-ED3D-FEF5-F2206AAE0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9B45D-A74E-4E57-BAF2-9074D362261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951B3-29FA-1B00-2A18-52B94C93A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CE00-6914-14D9-26F5-7909F90DF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87AD7-F4C3-44AA-A58E-74F77C3B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8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1501-1F33-A73B-773B-55DD74BF1A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D0754-92EA-8F23-9765-C19F180F8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8/30/2025</a:t>
            </a:r>
          </a:p>
          <a:p>
            <a:r>
              <a:rPr lang="en-US" dirty="0"/>
              <a:t>Chris Marzo</a:t>
            </a:r>
          </a:p>
          <a:p>
            <a:r>
              <a:rPr lang="en-US"/>
              <a:t>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044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BBE7E-B7B0-661F-83F9-766CE0178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45" y="1305017"/>
            <a:ext cx="11247509" cy="403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0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D664-B3F1-6C58-6D40-DAD6DF74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DCEC8-003E-32FB-3114-64255F05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8" y="1921106"/>
            <a:ext cx="11804124" cy="301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8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D128-980B-088B-B244-E317FBDE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2D953C-5F9E-6AD8-BC34-629D791C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98" y="1731145"/>
            <a:ext cx="9921803" cy="301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21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GPA1-B</vt:lpstr>
      <vt:lpstr>PowerPoint Presentation</vt:lpstr>
      <vt:lpstr>PowerPoint Presentation</vt:lpstr>
      <vt:lpstr>PowerPoint Presentation</vt:lpstr>
    </vt:vector>
  </TitlesOfParts>
  <Company>Staples,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Marzo, Christopher</dc:creator>
  <cp:lastModifiedBy>Marzo, Christopher T.</cp:lastModifiedBy>
  <cp:revision>4</cp:revision>
  <dcterms:created xsi:type="dcterms:W3CDTF">2025-08-30T18:58:15Z</dcterms:created>
  <dcterms:modified xsi:type="dcterms:W3CDTF">2025-11-08T14:37:50Z</dcterms:modified>
</cp:coreProperties>
</file>